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/>
    <p:restoredTop sz="94767"/>
  </p:normalViewPr>
  <p:slideViewPr>
    <p:cSldViewPr snapToGrid="0">
      <p:cViewPr varScale="1">
        <p:scale>
          <a:sx n="112" d="100"/>
          <a:sy n="112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E161-9AC1-F989-0D3B-B27D5B3C1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D3450-4F82-4F34-600B-DDB834B8E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310DC-5C2F-6F34-6872-F899424D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A2F0C-A9F4-CC26-047D-5C4778D1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EFDE-C914-78A5-8438-F9B8CAE8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3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AEE6-4926-64C9-CFB5-DD32E9E8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FFFCA-88B3-DC9E-9B47-5A496B2A9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68396-1D42-BED8-9F70-44F2DBB5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D7C7D-A9AA-E93F-FF22-0558AE30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41D35-89FA-D1D3-8FD5-32ED9DBB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A692-1129-F01A-34E0-F160C770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B3822-AA19-2EBE-4AA1-63994DF53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D343-10AA-3B8B-0D87-A1975AB6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D201C-5C21-DC4D-2F9F-FADE4CC9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9702-6C2C-2651-74D4-9CF00CC5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3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F676-16E4-7F5F-C114-453646C8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F9D5-52D9-0B46-7C8C-7FAB7DCEE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4B9FD-9058-F017-D9D2-71C59D876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69C79-DA21-89CC-AB43-CD017FA8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7AA56-DFC5-BECF-54FD-07E96864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E9760-08DA-D43C-284F-BF911012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8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D26AD-387A-7B70-77B3-60696FCB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D4676-98AE-1915-C2FA-13F4FE4C7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60371-9177-AEF4-9425-042FDDE26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826BE-71BC-6B2A-7E2F-457DE7B7D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D9B02-4EBC-A39A-A8CB-41B8CB80E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37A63-E757-80BE-7C9E-884C6ED7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883FA-F61E-3B33-2243-4F81461D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663B0-603C-1F65-1259-C9A3180D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0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2A95-4B31-E161-BC7C-CFD038B1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E22CE-6A92-5411-0984-F624A79A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0CAF7-D5BD-B032-7AAF-9652D8D3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342B4-8A33-5701-210B-CE13B3DC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17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4A8FC-D3CF-A793-4584-B8B4A7BD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4BCF0-A965-FAAD-4073-696C710B8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8FFA1-045C-FB0E-F2D2-DB4B71B1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E50F-1A12-780D-F23D-867A54459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6091-03AB-4630-D5C9-D0055102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B966C-D5C2-F9A0-B024-9A9AEBC08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127BB-98F5-2EF4-3F2B-E7735AE8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A7FE4-6CCA-84AB-293B-44A234CB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02758-A366-7B61-C689-96C54E83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6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890B-B0D2-2A8E-6C60-707A3CAD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EFDCFD-F510-6030-ECD9-BF34C5109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F89A1-6CF7-A1B8-6C93-7A10E43D5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991C2-8823-ADDE-E954-3CA7C246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D05E-5DE5-439A-4062-1BC72DC4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C9F91-AF43-874B-348D-1766ACB7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9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2DB9-A6E8-19B2-8BF4-065F5FAD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F57F2-D30B-9D0B-0E1B-2E15A5000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3391A-939B-C7C3-F2C7-4D831C6C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6FE6F-C04C-47B9-1621-47C396B3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BCE53-DC3A-FBB4-F29E-E9319EE1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9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3A9D7-6554-ED1F-AD85-3A70E6764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43DC9-B44F-6C41-E465-33047DB34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476C-F589-3F7D-146C-0B65794A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F5966-B950-37D2-4C52-1343075A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D925-A671-8590-3BAA-A2B965D5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2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9D7AFF-1C26-B3B1-102F-C50086F6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DC568-D108-83BB-86DD-B735F4598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BCD14-B6F4-848D-CA7E-C974F950E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65ABD-9F65-4A65-0E97-4776BA421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BBC24-EE59-140C-5371-EC35C1A22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098A-39A5-AE33-F402-B36B0C19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MIRI WFSS SPEC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3F7A0-1568-61C6-8DC7-4D4CB5EA5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4334-ADA7-46B9-1F26-8508DFFE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58644" cy="2089976"/>
          </a:xfrm>
        </p:spPr>
        <p:txBody>
          <a:bodyPr/>
          <a:lstStyle/>
          <a:p>
            <a:r>
              <a:rPr lang="en-US" dirty="0"/>
              <a:t>Location of X, Y sources and Spectra </a:t>
            </a:r>
          </a:p>
        </p:txBody>
      </p:sp>
      <p:pic>
        <p:nvPicPr>
          <p:cNvPr id="5" name="Content Placeholder 4" descr="A grid of blue dots&#10;&#10;AI-generated content may be incorrect.">
            <a:extLst>
              <a:ext uri="{FF2B5EF4-FFF2-40B4-BE49-F238E27FC236}">
                <a16:creationId xmlns:a16="http://schemas.microsoft.com/office/drawing/2014/main" id="{8E9E349F-D569-60D9-9DF1-FE1774D9F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813" y="2455101"/>
            <a:ext cx="3425360" cy="3436554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D8CCC8-A955-CB0A-846E-DD4639910F01}"/>
              </a:ext>
            </a:extLst>
          </p:cNvPr>
          <p:cNvCxnSpPr/>
          <p:nvPr/>
        </p:nvCxnSpPr>
        <p:spPr>
          <a:xfrm>
            <a:off x="4083035" y="3274363"/>
            <a:ext cx="1102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B5692E-4D6F-9213-A784-017F31CEC579}"/>
              </a:ext>
            </a:extLst>
          </p:cNvPr>
          <p:cNvSpPr txBox="1"/>
          <p:nvPr/>
        </p:nvSpPr>
        <p:spPr>
          <a:xfrm>
            <a:off x="3996871" y="2220687"/>
            <a:ext cx="15330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Location of spectra and wavelength at each location</a:t>
            </a:r>
          </a:p>
        </p:txBody>
      </p:sp>
      <p:pic>
        <p:nvPicPr>
          <p:cNvPr id="12" name="Picture 11" descr="A chart of a graph&#10;&#10;AI-generated content may be incorrect.">
            <a:extLst>
              <a:ext uri="{FF2B5EF4-FFF2-40B4-BE49-F238E27FC236}">
                <a16:creationId xmlns:a16="http://schemas.microsoft.com/office/drawing/2014/main" id="{C11CF16E-19FB-D97A-803C-73FAD70B0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788" y="807635"/>
            <a:ext cx="6050364" cy="60503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6E568D-3184-58AB-8B3E-C36AD2FE58FC}"/>
              </a:ext>
            </a:extLst>
          </p:cNvPr>
          <p:cNvSpPr txBox="1"/>
          <p:nvPr/>
        </p:nvSpPr>
        <p:spPr>
          <a:xfrm>
            <a:off x="6229350" y="274321"/>
            <a:ext cx="512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Trace for each source orange, wavelength red</a:t>
            </a:r>
          </a:p>
        </p:txBody>
      </p:sp>
    </p:spTree>
    <p:extLst>
      <p:ext uri="{BB962C8B-B14F-4D97-AF65-F5344CB8AC3E}">
        <p14:creationId xmlns:p14="http://schemas.microsoft.com/office/powerpoint/2010/main" val="80847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F28D-B7D8-4DFE-4FD0-BB9F6664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E83F-46CA-0072-5860-4481030F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routine (based on NIRISS method)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4C86-5551-D441-D0A3-B4E0F939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 err="1"/>
              <a:t>Create_miri_wfss_conf.py</a:t>
            </a:r>
            <a:endParaRPr lang="en-US" dirty="0"/>
          </a:p>
          <a:p>
            <a:r>
              <a:rPr lang="en-US" dirty="0"/>
              <a:t>Read in </a:t>
            </a:r>
            <a:r>
              <a:rPr lang="en-US" dirty="0" err="1"/>
              <a:t>trace_grid_output.txt</a:t>
            </a:r>
            <a:r>
              <a:rPr lang="en-US" dirty="0"/>
              <a:t> containing X0, Y0, wavelength, dx, </a:t>
            </a:r>
            <a:r>
              <a:rPr lang="en-US" dirty="0" err="1"/>
              <a:t>dy</a:t>
            </a:r>
            <a:endParaRPr lang="en-US" dirty="0"/>
          </a:p>
          <a:p>
            <a:r>
              <a:rPr lang="en-US" dirty="0" err="1"/>
              <a:t>Fit_order</a:t>
            </a:r>
            <a:r>
              <a:rPr lang="en-US" dirty="0"/>
              <a:t> = 2</a:t>
            </a:r>
          </a:p>
          <a:p>
            <a:r>
              <a:rPr lang="en-US" dirty="0"/>
              <a:t>Use </a:t>
            </a:r>
            <a:r>
              <a:rPr lang="en-US" dirty="0" err="1"/>
              <a:t>curve_fit</a:t>
            </a:r>
            <a:r>
              <a:rPr lang="en-US" dirty="0"/>
              <a:t> ( </a:t>
            </a:r>
            <a:r>
              <a:rPr lang="en-US" dirty="0" err="1"/>
              <a:t>scipy.optimize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curve fit takes a python function that represents the mathematical model to fit. This function must take the independent variables as its first argument and the parameters to fitted as subsequent arguments.</a:t>
            </a:r>
          </a:p>
          <a:p>
            <a:pPr lvl="1"/>
            <a:r>
              <a:rPr lang="en-US" dirty="0"/>
              <a:t>We have used </a:t>
            </a:r>
            <a:r>
              <a:rPr lang="en-US" dirty="0" err="1"/>
              <a:t>curve_fit</a:t>
            </a:r>
            <a:r>
              <a:rPr lang="en-US" dirty="0"/>
              <a:t> in two different ways.</a:t>
            </a:r>
          </a:p>
          <a:p>
            <a:pPr lvl="1"/>
            <a:r>
              <a:rPr lang="en-US" dirty="0"/>
              <a:t>Method 1: (delivered </a:t>
            </a:r>
            <a:r>
              <a:rPr lang="en-US" dirty="0" err="1"/>
              <a:t>specwcs</a:t>
            </a:r>
            <a:r>
              <a:rPr lang="en-US" dirty="0"/>
              <a:t> uses this method) </a:t>
            </a:r>
          </a:p>
          <a:p>
            <a:pPr lvl="2"/>
            <a:r>
              <a:rPr lang="en-US" dirty="0"/>
              <a:t>Independent variables : (X0, Y0,  dx)</a:t>
            </a:r>
          </a:p>
          <a:p>
            <a:pPr lvl="2"/>
            <a:r>
              <a:rPr lang="en-US" dirty="0"/>
              <a:t>Dependent variable: </a:t>
            </a:r>
            <a:r>
              <a:rPr lang="en-US" dirty="0" err="1"/>
              <a:t>dy</a:t>
            </a:r>
            <a:endParaRPr lang="en-US" dirty="0"/>
          </a:p>
          <a:p>
            <a:pPr lvl="1"/>
            <a:r>
              <a:rPr lang="en-US" dirty="0"/>
              <a:t>Method 2 (solve for dx and then solve for </a:t>
            </a:r>
            <a:r>
              <a:rPr lang="en-US" dirty="0" err="1"/>
              <a:t>dy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Solve for dx</a:t>
            </a:r>
          </a:p>
          <a:p>
            <a:pPr lvl="3"/>
            <a:r>
              <a:rPr lang="en-US" dirty="0"/>
              <a:t>Independent variables: (X0, Y0, t), where t = (df.lam.values-3.25)/(14.01-3.25)	</a:t>
            </a:r>
          </a:p>
          <a:p>
            <a:pPr lvl="3"/>
            <a:r>
              <a:rPr lang="en-US" dirty="0"/>
              <a:t>Dependent variable: dx</a:t>
            </a:r>
          </a:p>
          <a:p>
            <a:pPr lvl="2"/>
            <a:r>
              <a:rPr lang="en-US" dirty="0"/>
              <a:t>Solve for </a:t>
            </a:r>
            <a:r>
              <a:rPr lang="en-US" dirty="0" err="1"/>
              <a:t>dy</a:t>
            </a:r>
            <a:endParaRPr lang="en-US" dirty="0"/>
          </a:p>
          <a:p>
            <a:pPr lvl="3"/>
            <a:r>
              <a:rPr lang="en-US" dirty="0"/>
              <a:t>Independent variables: (X0, Y0, t), where t = (df.lam.values-3.25)/(14.01-3.25)	</a:t>
            </a:r>
          </a:p>
          <a:p>
            <a:pPr lvl="3"/>
            <a:r>
              <a:rPr lang="en-US" dirty="0"/>
              <a:t>Dependent variable: </a:t>
            </a:r>
            <a:r>
              <a:rPr lang="en-US" dirty="0" err="1"/>
              <a:t>dy</a:t>
            </a:r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1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6C11-7B41-947C-CC80-84AF8319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routine (based on NIRISS method)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2162-E8F0-BA3C-6C84-B881AA129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Curve fit function (fit_2D26_2): </a:t>
            </a:r>
          </a:p>
          <a:p>
            <a:r>
              <a:rPr lang="en-US" dirty="0"/>
              <a:t>Represents the independent variables as (</a:t>
            </a:r>
            <a:r>
              <a:rPr lang="en-US" dirty="0" err="1"/>
              <a:t>x,y,t</a:t>
            </a:r>
            <a:r>
              <a:rPr lang="en-US" dirty="0"/>
              <a:t>) , where  t varies in definition depending if we are using Method 1 or Method 2. </a:t>
            </a:r>
          </a:p>
          <a:p>
            <a:pPr lvl="1"/>
            <a:r>
              <a:rPr lang="en-US" dirty="0"/>
              <a:t>In Method 1: t= dx</a:t>
            </a:r>
          </a:p>
          <a:p>
            <a:pPr lvl="1"/>
            <a:r>
              <a:rPr lang="en-US" dirty="0"/>
              <a:t> in Method 2: t = trace parameter </a:t>
            </a:r>
          </a:p>
          <a:p>
            <a:r>
              <a:rPr lang="en-US" dirty="0"/>
              <a:t>Dependent variables are dx (Method 1) and </a:t>
            </a:r>
            <a:r>
              <a:rPr lang="en-US" dirty="0" err="1"/>
              <a:t>dy</a:t>
            </a:r>
            <a:r>
              <a:rPr lang="en-US" dirty="0"/>
              <a:t> and dx (separately for Method 2) . In the equation below the dependent variable is represented by e.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n = </a:t>
            </a:r>
            <a:r>
              <a:rPr lang="en-US" dirty="0" err="1"/>
              <a:t>len</a:t>
            </a:r>
            <a:r>
              <a:rPr lang="en-US" dirty="0"/>
              <a:t>(e)//6</a:t>
            </a:r>
          </a:p>
          <a:p>
            <a:pPr marL="457200" lvl="1" indent="0">
              <a:buNone/>
            </a:pPr>
            <a:r>
              <a:rPr lang="en-US" dirty="0"/>
              <a:t>f = 0</a:t>
            </a:r>
          </a:p>
          <a:p>
            <a:pPr marL="457200" lvl="1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range(n):</a:t>
            </a:r>
          </a:p>
          <a:p>
            <a:pPr marL="457200" lvl="1" indent="0">
              <a:buNone/>
            </a:pPr>
            <a:r>
              <a:rPr lang="en-US" dirty="0"/>
              <a:t>    f = f + t**</a:t>
            </a:r>
            <a:r>
              <a:rPr lang="en-US" dirty="0" err="1"/>
              <a:t>i</a:t>
            </a:r>
            <a:r>
              <a:rPr lang="en-US" dirty="0"/>
              <a:t> * (e[</a:t>
            </a:r>
            <a:r>
              <a:rPr lang="en-US" dirty="0" err="1"/>
              <a:t>i</a:t>
            </a:r>
            <a:r>
              <a:rPr lang="en-US" dirty="0"/>
              <a:t>*6] + x*e[</a:t>
            </a:r>
            <a:r>
              <a:rPr lang="en-US" dirty="0" err="1"/>
              <a:t>i</a:t>
            </a:r>
            <a:r>
              <a:rPr lang="en-US" dirty="0"/>
              <a:t>*6+1] + y*e[</a:t>
            </a:r>
            <a:r>
              <a:rPr lang="en-US" dirty="0" err="1"/>
              <a:t>i</a:t>
            </a:r>
            <a:r>
              <a:rPr lang="en-US" dirty="0"/>
              <a:t>*6+2] + x**2*e[</a:t>
            </a:r>
            <a:r>
              <a:rPr lang="en-US" dirty="0" err="1"/>
              <a:t>i</a:t>
            </a:r>
            <a:r>
              <a:rPr lang="en-US" dirty="0"/>
              <a:t>*6+3] + x*y*e[</a:t>
            </a:r>
            <a:r>
              <a:rPr lang="en-US" dirty="0" err="1"/>
              <a:t>i</a:t>
            </a:r>
            <a:r>
              <a:rPr lang="en-US" dirty="0"/>
              <a:t>*6+4] + y**2*e[</a:t>
            </a:r>
            <a:r>
              <a:rPr lang="en-US" dirty="0" err="1"/>
              <a:t>i</a:t>
            </a:r>
            <a:r>
              <a:rPr lang="en-US" dirty="0"/>
              <a:t>*6+5])</a:t>
            </a:r>
          </a:p>
          <a:p>
            <a:pPr marL="457200" lvl="1" indent="0">
              <a:buNone/>
            </a:pPr>
            <a:r>
              <a:rPr lang="en-US" dirty="0"/>
              <a:t>return f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0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F9CBB-62E2-C4AB-8F3C-506C1B67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details on Method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8B70-064E-8282-2580-2B1CF3C73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Curve_fit</a:t>
            </a:r>
            <a:r>
              <a:rPr lang="en-US" dirty="0"/>
              <a:t> finds the ‘</a:t>
            </a:r>
            <a:r>
              <a:rPr lang="en-US" dirty="0" err="1"/>
              <a:t>disply</a:t>
            </a:r>
            <a:r>
              <a:rPr lang="en-US" dirty="0"/>
              <a:t>’ coefficients from the fit. </a:t>
            </a:r>
          </a:p>
          <a:p>
            <a:r>
              <a:rPr lang="en-US" dirty="0"/>
              <a:t>The ‘</a:t>
            </a:r>
            <a:r>
              <a:rPr lang="en-US" dirty="0" err="1"/>
              <a:t>displx</a:t>
            </a:r>
            <a:r>
              <a:rPr lang="en-US" dirty="0"/>
              <a:t>’ : linear solution</a:t>
            </a:r>
            <a:br>
              <a:rPr lang="en-US" dirty="0"/>
            </a:br>
            <a:r>
              <a:rPr lang="en-US" dirty="0"/>
              <a:t> ind1,ind0 = </a:t>
            </a:r>
            <a:r>
              <a:rPr lang="en-US" dirty="0" err="1"/>
              <a:t>np.min</a:t>
            </a:r>
            <a:r>
              <a:rPr lang="en-US" dirty="0"/>
              <a:t>(dx), </a:t>
            </a:r>
            <a:r>
              <a:rPr lang="en-US" dirty="0" err="1"/>
              <a:t>np.max</a:t>
            </a:r>
            <a:r>
              <a:rPr lang="en-US" dirty="0"/>
              <a:t>(</a:t>
            </a:r>
            <a:r>
              <a:rPr lang="en-US" dirty="0" err="1"/>
              <a:t>dfx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coefficents</a:t>
            </a:r>
            <a:r>
              <a:rPr lang="en-US" dirty="0"/>
              <a:t> written for dx are ind0 and (ind1-ind0)</a:t>
            </a:r>
          </a:p>
          <a:p>
            <a:r>
              <a:rPr lang="en-US" dirty="0"/>
              <a:t> The ‘</a:t>
            </a:r>
            <a:r>
              <a:rPr lang="en-US" dirty="0" err="1"/>
              <a:t>displl</a:t>
            </a:r>
            <a:r>
              <a:rPr lang="en-US" dirty="0"/>
              <a:t>’: is solution is hard coded to:</a:t>
            </a:r>
            <a:br>
              <a:rPr lang="en-US" dirty="0"/>
            </a:br>
            <a:r>
              <a:rPr lang="en-US" dirty="0"/>
              <a:t>c0 = 3.125, c1 = 10.893 (min, range)</a:t>
            </a:r>
            <a:br>
              <a:rPr lang="en-US" dirty="0"/>
            </a:br>
            <a:r>
              <a:rPr lang="en-US" dirty="0"/>
              <a:t>t = c0 + c1*lambda</a:t>
            </a:r>
          </a:p>
          <a:p>
            <a:r>
              <a:rPr lang="en-US" dirty="0"/>
              <a:t>The ‘</a:t>
            </a:r>
            <a:r>
              <a:rPr lang="en-US" dirty="0" err="1"/>
              <a:t>inv_displ</a:t>
            </a:r>
            <a:r>
              <a:rPr lang="en-US" dirty="0"/>
              <a:t>’ determined from </a:t>
            </a:r>
            <a:r>
              <a:rPr lang="en-US" dirty="0" err="1"/>
              <a:t>displl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c0=-0.28688148, c1=0.09180207</a:t>
            </a:r>
          </a:p>
          <a:p>
            <a:pPr marL="0" indent="0">
              <a:buNone/>
            </a:pPr>
            <a:r>
              <a:rPr lang="en-US" dirty="0"/>
              <a:t>Lambda = c0 + c1*t</a:t>
            </a:r>
          </a:p>
        </p:txBody>
      </p:sp>
    </p:spTree>
    <p:extLst>
      <p:ext uri="{BB962C8B-B14F-4D97-AF65-F5344CB8AC3E}">
        <p14:creationId xmlns:p14="http://schemas.microsoft.com/office/powerpoint/2010/main" val="8774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3FB4-1D1B-9180-626A-51F2747C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these values to find dx, </a:t>
            </a:r>
            <a:r>
              <a:rPr lang="en-US" dirty="0" err="1"/>
              <a:t>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D97F6-6710-25DC-D64F-9A21BBC7F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X0, Y0, and wavelength</a:t>
            </a:r>
          </a:p>
          <a:p>
            <a:r>
              <a:rPr lang="en-US" dirty="0"/>
              <a:t>Use </a:t>
            </a:r>
            <a:r>
              <a:rPr lang="en-US" dirty="0" err="1"/>
              <a:t>inv_displ</a:t>
            </a:r>
            <a:r>
              <a:rPr lang="en-US" dirty="0"/>
              <a:t> and wavelength to find t</a:t>
            </a:r>
          </a:p>
          <a:p>
            <a:r>
              <a:rPr lang="en-US" dirty="0"/>
              <a:t>Given t find dx</a:t>
            </a:r>
          </a:p>
          <a:p>
            <a:r>
              <a:rPr lang="en-US" dirty="0"/>
              <a:t>Given X0, Y0, and dx find </a:t>
            </a:r>
            <a:r>
              <a:rPr lang="en-US" dirty="0" err="1"/>
              <a:t>dy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66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C273-5132-BA2A-E1A4-2BABEBD0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74918" cy="1902086"/>
          </a:xfrm>
        </p:spPr>
        <p:txBody>
          <a:bodyPr/>
          <a:lstStyle/>
          <a:p>
            <a:r>
              <a:rPr lang="en-US" dirty="0"/>
              <a:t>Results of using </a:t>
            </a:r>
            <a:r>
              <a:rPr lang="en-US" dirty="0" err="1"/>
              <a:t>specwcs</a:t>
            </a:r>
            <a:r>
              <a:rPr lang="en-US" dirty="0"/>
              <a:t> reference file</a:t>
            </a:r>
          </a:p>
        </p:txBody>
      </p:sp>
      <p:pic>
        <p:nvPicPr>
          <p:cNvPr id="5" name="Picture 4" descr="A chart of a graph&#10;&#10;AI-generated content may be incorrect.">
            <a:extLst>
              <a:ext uri="{FF2B5EF4-FFF2-40B4-BE49-F238E27FC236}">
                <a16:creationId xmlns:a16="http://schemas.microsoft.com/office/drawing/2014/main" id="{C9765CD3-6656-6F73-DCA8-DA6CD6E29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048" y="-104436"/>
            <a:ext cx="686492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B6AD6-2EE1-A497-A81C-578F9416C933}"/>
              </a:ext>
            </a:extLst>
          </p:cNvPr>
          <p:cNvSpPr txBox="1"/>
          <p:nvPr/>
        </p:nvSpPr>
        <p:spPr>
          <a:xfrm>
            <a:off x="1152395" y="3106454"/>
            <a:ext cx="3945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Orange: trace from in the input: </a:t>
            </a:r>
            <a:r>
              <a:rPr lang="en-US" dirty="0" err="1"/>
              <a:t>trace_grid_output.txt</a:t>
            </a:r>
            <a:endParaRPr lang="en-US" dirty="0"/>
          </a:p>
          <a:p>
            <a:endParaRPr lang="en-US" dirty="0"/>
          </a:p>
          <a:p>
            <a:r>
              <a:rPr lang="en-US" dirty="0"/>
              <a:t>Green – derived points using </a:t>
            </a:r>
            <a:r>
              <a:rPr lang="en-US" dirty="0" err="1"/>
              <a:t>specwcs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418385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628A-B566-558C-6555-00A8A567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using wavelengths in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AC12B-E14B-2B24-F640-84A2D0F1A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working </a:t>
            </a:r>
            <a:r>
              <a:rPr lang="en-US"/>
              <a:t>on this. </a:t>
            </a:r>
          </a:p>
        </p:txBody>
      </p:sp>
    </p:spTree>
    <p:extLst>
      <p:ext uri="{BB962C8B-B14F-4D97-AF65-F5344CB8AC3E}">
        <p14:creationId xmlns:p14="http://schemas.microsoft.com/office/powerpoint/2010/main" val="48990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587</Words>
  <Application>Microsoft Macintosh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MIRI WFSS SPEC File</vt:lpstr>
      <vt:lpstr>Location of X, Y sources and Spectra </vt:lpstr>
      <vt:lpstr>Fitting routine (based on NIRISS method)</vt:lpstr>
      <vt:lpstr>Fitting routine (based on NIRISS method)</vt:lpstr>
      <vt:lpstr>Additional details on Method 1</vt:lpstr>
      <vt:lpstr>How to use these values to find dx, dy</vt:lpstr>
      <vt:lpstr>Results of using specwcs reference file</vt:lpstr>
      <vt:lpstr>Method 2: using wavelengths in 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Morrison, Jane E - (janem)</dc:creator>
  <cp:lastModifiedBy>Morrison, Jane E - (janem)</cp:lastModifiedBy>
  <cp:revision>3</cp:revision>
  <dcterms:created xsi:type="dcterms:W3CDTF">2025-08-31T22:33:15Z</dcterms:created>
  <dcterms:modified xsi:type="dcterms:W3CDTF">2025-09-02T01:02:25Z</dcterms:modified>
</cp:coreProperties>
</file>